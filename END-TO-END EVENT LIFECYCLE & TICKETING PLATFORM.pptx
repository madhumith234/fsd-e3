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B57FCB-B9C1-4636-B40A-C235BB06A8DE}" v="8" dt="2026-03-27T04:38:17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64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mith chowdary" userId="6d56132247b087d3" providerId="LiveId" clId="{CA2DD801-FE6C-4AD1-8F64-1436295C2D00}"/>
    <pc:docChg chg="modSld">
      <pc:chgData name="madhumith chowdary" userId="6d56132247b087d3" providerId="LiveId" clId="{CA2DD801-FE6C-4AD1-8F64-1436295C2D00}" dt="2026-03-27T04:40:10.737" v="79" actId="1076"/>
      <pc:docMkLst>
        <pc:docMk/>
      </pc:docMkLst>
      <pc:sldChg chg="modSp mod">
        <pc:chgData name="madhumith chowdary" userId="6d56132247b087d3" providerId="LiveId" clId="{CA2DD801-FE6C-4AD1-8F64-1436295C2D00}" dt="2026-03-24T03:50:30.132" v="11" actId="255"/>
        <pc:sldMkLst>
          <pc:docMk/>
          <pc:sldMk cId="0" sldId="256"/>
        </pc:sldMkLst>
        <pc:spChg chg="mod">
          <ac:chgData name="madhumith chowdary" userId="6d56132247b087d3" providerId="LiveId" clId="{CA2DD801-FE6C-4AD1-8F64-1436295C2D00}" dt="2026-03-24T03:50:30.132" v="11" actId="255"/>
          <ac:spMkLst>
            <pc:docMk/>
            <pc:sldMk cId="0" sldId="256"/>
            <ac:spMk id="14" creationId="{EA8EEF4A-EB43-B7D9-87FC-7C7D752BCA78}"/>
          </ac:spMkLst>
        </pc:spChg>
      </pc:sldChg>
      <pc:sldChg chg="addSp delSp modSp mod">
        <pc:chgData name="madhumith chowdary" userId="6d56132247b087d3" providerId="LiveId" clId="{CA2DD801-FE6C-4AD1-8F64-1436295C2D00}" dt="2026-03-27T04:36:30.289" v="70" actId="1076"/>
        <pc:sldMkLst>
          <pc:docMk/>
          <pc:sldMk cId="0" sldId="257"/>
        </pc:sldMkLst>
        <pc:spChg chg="del mod">
          <ac:chgData name="madhumith chowdary" userId="6d56132247b087d3" providerId="LiveId" clId="{CA2DD801-FE6C-4AD1-8F64-1436295C2D00}" dt="2026-03-27T04:35:53.608" v="54" actId="478"/>
          <ac:spMkLst>
            <pc:docMk/>
            <pc:sldMk cId="0" sldId="257"/>
            <ac:spMk id="3" creationId="{837E9E58-77B6-079D-9D0D-E380CADAD23D}"/>
          </ac:spMkLst>
        </pc:spChg>
        <pc:spChg chg="add del">
          <ac:chgData name="madhumith chowdary" userId="6d56132247b087d3" providerId="LiveId" clId="{CA2DD801-FE6C-4AD1-8F64-1436295C2D00}" dt="2026-03-27T04:35:53.608" v="54" actId="478"/>
          <ac:spMkLst>
            <pc:docMk/>
            <pc:sldMk cId="0" sldId="257"/>
            <ac:spMk id="4" creationId="{516D5635-9A7E-DD57-7FE1-5871FEABE3A2}"/>
          </ac:spMkLst>
        </pc:spChg>
        <pc:spChg chg="add mod">
          <ac:chgData name="madhumith chowdary" userId="6d56132247b087d3" providerId="LiveId" clId="{CA2DD801-FE6C-4AD1-8F64-1436295C2D00}" dt="2026-03-27T04:36:30.289" v="70" actId="1076"/>
          <ac:spMkLst>
            <pc:docMk/>
            <pc:sldMk cId="0" sldId="257"/>
            <ac:spMk id="5" creationId="{94671153-3E71-E915-341B-6F418E8C0969}"/>
          </ac:spMkLst>
        </pc:spChg>
      </pc:sldChg>
      <pc:sldChg chg="addSp modSp mod">
        <pc:chgData name="madhumith chowdary" userId="6d56132247b087d3" providerId="LiveId" clId="{CA2DD801-FE6C-4AD1-8F64-1436295C2D00}" dt="2026-03-27T04:38:17.744" v="78" actId="1076"/>
        <pc:sldMkLst>
          <pc:docMk/>
          <pc:sldMk cId="0" sldId="258"/>
        </pc:sldMkLst>
        <pc:spChg chg="add mod">
          <ac:chgData name="madhumith chowdary" userId="6d56132247b087d3" providerId="LiveId" clId="{CA2DD801-FE6C-4AD1-8F64-1436295C2D00}" dt="2026-03-27T04:38:17.744" v="78" actId="1076"/>
          <ac:spMkLst>
            <pc:docMk/>
            <pc:sldMk cId="0" sldId="258"/>
            <ac:spMk id="2" creationId="{5EDD39FF-6116-D644-786D-49E889A0932C}"/>
          </ac:spMkLst>
        </pc:spChg>
        <pc:spChg chg="mod">
          <ac:chgData name="madhumith chowdary" userId="6d56132247b087d3" providerId="LiveId" clId="{CA2DD801-FE6C-4AD1-8F64-1436295C2D00}" dt="2026-03-27T04:37:59.089" v="75" actId="1076"/>
          <ac:spMkLst>
            <pc:docMk/>
            <pc:sldMk cId="0" sldId="258"/>
            <ac:spMk id="48" creationId="{BDE2941C-1504-53F9-99B2-48002CA9A345}"/>
          </ac:spMkLst>
        </pc:spChg>
      </pc:sldChg>
      <pc:sldChg chg="modSp mod">
        <pc:chgData name="madhumith chowdary" userId="6d56132247b087d3" providerId="LiveId" clId="{CA2DD801-FE6C-4AD1-8F64-1436295C2D00}" dt="2026-03-27T04:40:10.737" v="79" actId="1076"/>
        <pc:sldMkLst>
          <pc:docMk/>
          <pc:sldMk cId="0" sldId="259"/>
        </pc:sldMkLst>
        <pc:spChg chg="mod">
          <ac:chgData name="madhumith chowdary" userId="6d56132247b087d3" providerId="LiveId" clId="{CA2DD801-FE6C-4AD1-8F64-1436295C2D00}" dt="2026-03-27T04:40:10.737" v="79" actId="1076"/>
          <ac:spMkLst>
            <pc:docMk/>
            <pc:sldMk cId="0" sldId="259"/>
            <ac:spMk id="52" creationId="{056A0A3A-1541-5EC0-5370-02DA282ABDDE}"/>
          </ac:spMkLst>
        </pc:spChg>
      </pc:sldChg>
      <pc:sldChg chg="modSp mod">
        <pc:chgData name="madhumith chowdary" userId="6d56132247b087d3" providerId="LiveId" clId="{CA2DD801-FE6C-4AD1-8F64-1436295C2D00}" dt="2026-03-24T04:04:52.458" v="24" actId="12"/>
        <pc:sldMkLst>
          <pc:docMk/>
          <pc:sldMk cId="0" sldId="260"/>
        </pc:sldMkLst>
        <pc:spChg chg="mod">
          <ac:chgData name="madhumith chowdary" userId="6d56132247b087d3" providerId="LiveId" clId="{CA2DD801-FE6C-4AD1-8F64-1436295C2D00}" dt="2026-03-24T04:04:52.458" v="24" actId="12"/>
          <ac:spMkLst>
            <pc:docMk/>
            <pc:sldMk cId="0" sldId="260"/>
            <ac:spMk id="2" creationId="{5618DE1E-7C35-76B9-E3FB-230E71FA2296}"/>
          </ac:spMkLst>
        </pc:spChg>
      </pc:sldChg>
      <pc:sldChg chg="modSp mod">
        <pc:chgData name="madhumith chowdary" userId="6d56132247b087d3" providerId="LiveId" clId="{CA2DD801-FE6C-4AD1-8F64-1436295C2D00}" dt="2026-03-24T03:59:13.634" v="20" actId="14100"/>
        <pc:sldMkLst>
          <pc:docMk/>
          <pc:sldMk cId="0" sldId="261"/>
        </pc:sldMkLst>
        <pc:picChg chg="mod">
          <ac:chgData name="madhumith chowdary" userId="6d56132247b087d3" providerId="LiveId" clId="{CA2DD801-FE6C-4AD1-8F64-1436295C2D00}" dt="2026-03-24T03:59:13.634" v="20" actId="14100"/>
          <ac:picMkLst>
            <pc:docMk/>
            <pc:sldMk cId="0" sldId="261"/>
            <ac:picMk id="4" creationId="{E706C028-C66D-CEF0-6EAA-D0511FCCD9AE}"/>
          </ac:picMkLst>
        </pc:picChg>
      </pc:sldChg>
      <pc:sldChg chg="modSp mod">
        <pc:chgData name="madhumith chowdary" userId="6d56132247b087d3" providerId="LiveId" clId="{CA2DD801-FE6C-4AD1-8F64-1436295C2D00}" dt="2026-03-24T04:03:25.343" v="21" actId="14100"/>
        <pc:sldMkLst>
          <pc:docMk/>
          <pc:sldMk cId="0" sldId="262"/>
        </pc:sldMkLst>
        <pc:picChg chg="mod">
          <ac:chgData name="madhumith chowdary" userId="6d56132247b087d3" providerId="LiveId" clId="{CA2DD801-FE6C-4AD1-8F64-1436295C2D00}" dt="2026-03-24T04:03:25.343" v="21" actId="14100"/>
          <ac:picMkLst>
            <pc:docMk/>
            <pc:sldMk cId="0" sldId="262"/>
            <ac:picMk id="3" creationId="{9E4C023D-3BAC-DACD-606B-77114B7AF4E8}"/>
          </ac:picMkLst>
        </pc:picChg>
      </pc:sldChg>
      <pc:sldChg chg="modSp mod">
        <pc:chgData name="madhumith chowdary" userId="6d56132247b087d3" providerId="LiveId" clId="{CA2DD801-FE6C-4AD1-8F64-1436295C2D00}" dt="2026-03-24T03:55:27.510" v="13" actId="14100"/>
        <pc:sldMkLst>
          <pc:docMk/>
          <pc:sldMk cId="1998101144" sldId="266"/>
        </pc:sldMkLst>
        <pc:spChg chg="mod">
          <ac:chgData name="madhumith chowdary" userId="6d56132247b087d3" providerId="LiveId" clId="{CA2DD801-FE6C-4AD1-8F64-1436295C2D00}" dt="2026-03-24T03:55:27.510" v="13" actId="14100"/>
          <ac:spMkLst>
            <pc:docMk/>
            <pc:sldMk cId="1998101144" sldId="266"/>
            <ac:spMk id="5" creationId="{2936CB80-0927-F63C-1596-D1F0A6EFCFBB}"/>
          </ac:spMkLst>
        </pc:spChg>
      </pc:sldChg>
      <pc:sldChg chg="modSp mod">
        <pc:chgData name="madhumith chowdary" userId="6d56132247b087d3" providerId="LiveId" clId="{CA2DD801-FE6C-4AD1-8F64-1436295C2D00}" dt="2026-03-24T03:55:52.637" v="15" actId="14100"/>
        <pc:sldMkLst>
          <pc:docMk/>
          <pc:sldMk cId="47544820" sldId="267"/>
        </pc:sldMkLst>
        <pc:spChg chg="mod">
          <ac:chgData name="madhumith chowdary" userId="6d56132247b087d3" providerId="LiveId" clId="{CA2DD801-FE6C-4AD1-8F64-1436295C2D00}" dt="2026-03-24T03:55:52.637" v="15" actId="14100"/>
          <ac:spMkLst>
            <pc:docMk/>
            <pc:sldMk cId="47544820" sldId="267"/>
            <ac:spMk id="38" creationId="{FCDFFA0E-7C33-67E1-7EA9-8957C7D366E0}"/>
          </ac:spMkLst>
        </pc:spChg>
      </pc:sldChg>
      <pc:sldChg chg="modSp mod">
        <pc:chgData name="madhumith chowdary" userId="6d56132247b087d3" providerId="LiveId" clId="{CA2DD801-FE6C-4AD1-8F64-1436295C2D00}" dt="2026-03-24T03:56:08.049" v="16" actId="14100"/>
        <pc:sldMkLst>
          <pc:docMk/>
          <pc:sldMk cId="84889951" sldId="268"/>
        </pc:sldMkLst>
        <pc:spChg chg="mod">
          <ac:chgData name="madhumith chowdary" userId="6d56132247b087d3" providerId="LiveId" clId="{CA2DD801-FE6C-4AD1-8F64-1436295C2D00}" dt="2026-03-24T03:56:08.049" v="16" actId="14100"/>
          <ac:spMkLst>
            <pc:docMk/>
            <pc:sldMk cId="84889951" sldId="268"/>
            <ac:spMk id="44" creationId="{341A1FDE-E3AB-682A-64B7-DA145F23EB91}"/>
          </ac:spMkLst>
        </pc:spChg>
      </pc:sldChg>
      <pc:sldChg chg="modSp mod">
        <pc:chgData name="madhumith chowdary" userId="6d56132247b087d3" providerId="LiveId" clId="{CA2DD801-FE6C-4AD1-8F64-1436295C2D00}" dt="2026-03-24T03:55:39.894" v="14" actId="14100"/>
        <pc:sldMkLst>
          <pc:docMk/>
          <pc:sldMk cId="3981187392" sldId="269"/>
        </pc:sldMkLst>
        <pc:spChg chg="mod">
          <ac:chgData name="madhumith chowdary" userId="6d56132247b087d3" providerId="LiveId" clId="{CA2DD801-FE6C-4AD1-8F64-1436295C2D00}" dt="2026-03-24T03:55:39.894" v="14" actId="14100"/>
          <ac:spMkLst>
            <pc:docMk/>
            <pc:sldMk cId="3981187392" sldId="269"/>
            <ac:spMk id="6" creationId="{FEB44303-76CA-5039-105F-F1BAAA4A9A5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24-03-2026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360002" y="6080395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EVENT LIFECYCLE &amp; TICKETING PLATFORM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33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J. MADHUMITH CHOWDARY – VTU25576 –23UECS0229</a:t>
            </a:r>
            <a:endParaRPr lang="en-IN" sz="27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490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b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Hafizur Rahman </a:t>
            </a:r>
            <a:endParaRPr lang="en-US" sz="3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SDG: SDG 9 – INDUSTRY, INNOVATION AND INFRASTRUCTURE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671153-3E71-E915-341B-6F418E8C0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853" y="1096238"/>
            <a:ext cx="12137233" cy="8094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platform for managing the full event lifecycle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organizers to create and manage events easily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ticket booking and user registration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Tracks attendees efficiently in real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Eliminates manual processes and reduces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Automates booking, registration, and event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updates for users and organizers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a smooth and seamless user experience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colleges, organizations, and event planners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workload and improves operational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 a complete digital solution for event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4343401" y="5185832"/>
            <a:ext cx="150495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DD39FF-6116-D644-786D-49E889A09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6418" y="1136575"/>
            <a:ext cx="15913331" cy="7140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 processes are often manual or use disconnected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Leads to data inconsistency and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Causes issues like ticket duplication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tracking of attendees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face difficulty in booking tickets efficiently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Organizers lack tools for event management and performance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platform for handling the complete event lifecycle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in time wastage and operational inefficiencies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 a need for a reliable and automated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should ensure accuracy, security, and ease of 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018734" y="1587745"/>
            <a:ext cx="1390233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FB8169-E40E-05C2-F197-4BA301C0D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8471" y="1711936"/>
            <a:ext cx="131826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complete event management and ticket booking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secure user authentication and real-time ticket processing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60651" y="1892172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18DE1E-7C35-76B9-E3FB-230E71FA2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594326"/>
            <a:ext cx="15924275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platform for event creation and management </a:t>
            </a:r>
          </a:p>
          <a:p>
            <a:pPr marL="571500" marR="0" lvl="0" indent="-5715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 system </a:t>
            </a:r>
          </a:p>
          <a:p>
            <a:pPr marL="571500" marR="0" lvl="0" indent="-5715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ticket booking with confirmation </a:t>
            </a:r>
          </a:p>
          <a:p>
            <a:pPr marL="571500" marR="0" lvl="0" indent="-5715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to manage events and users </a:t>
            </a:r>
          </a:p>
          <a:p>
            <a:pPr marL="571500" marR="0" lvl="0" indent="-5715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database storage using SQL </a:t>
            </a:r>
          </a:p>
          <a:p>
            <a:pPr marL="571500" marR="0" lvl="0" indent="-5715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availability of tickets </a:t>
            </a:r>
          </a:p>
          <a:p>
            <a:pPr marL="571500" marR="0" lvl="0" indent="-5715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booking and cancellation system </a:t>
            </a:r>
          </a:p>
          <a:p>
            <a:pPr marL="571500" marR="0" lvl="0" indent="-5715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Easy-to-use interface for both users and admins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57925" y="2275223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06C028-C66D-CEF0-6EAA-D0511FCCD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168551"/>
            <a:ext cx="5970888" cy="89563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4C023D-3BAC-DACD-606B-77114B7AF4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1"/>
          <a:stretch>
            <a:fillRect/>
          </a:stretch>
        </p:blipFill>
        <p:spPr>
          <a:xfrm>
            <a:off x="5715000" y="1866899"/>
            <a:ext cx="5943600" cy="83777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3265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 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XAMPP, phpMyAdmin, VS Code 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with minimum 4GB RAM 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(Chrome/Edge) 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Windows/Linux OS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and authentication.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to create, update, and delete events.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Ticket Booking System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book, cancel, and view tickets.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Database Management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user, event, and booking data securely.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Admin Dashboard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analytics, reports, and full control over system.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126445" y="2019894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396C89-AA9E-5C44-7803-C3D8F5EC5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4783" y="1584179"/>
            <a:ext cx="13455159" cy="509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36CB80-0927-F63C-1596-D1F0A6EFCFBB}"/>
              </a:ext>
            </a:extLst>
          </p:cNvPr>
          <p:cNvSpPr txBox="1"/>
          <p:nvPr/>
        </p:nvSpPr>
        <p:spPr>
          <a:xfrm>
            <a:off x="2684784" y="7035385"/>
            <a:ext cx="1345515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home page of the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EventFlow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displays upcoming events with details like date, location, ticket availability, and pricing in a clean, user-friendly layout.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easily explore events and book tickets quickly using the “Book Now” option.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8EA1E7-3EA1-089E-BECA-CC96B60E12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69" t="2760" r="569" b="5093"/>
          <a:stretch>
            <a:fillRect/>
          </a:stretch>
        </p:blipFill>
        <p:spPr>
          <a:xfrm>
            <a:off x="2973248" y="1365625"/>
            <a:ext cx="13340172" cy="47276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B44303-76CA-5039-105F-F1BAAA4A9A5F}"/>
              </a:ext>
            </a:extLst>
          </p:cNvPr>
          <p:cNvSpPr txBox="1"/>
          <p:nvPr/>
        </p:nvSpPr>
        <p:spPr>
          <a:xfrm>
            <a:off x="2973248" y="6530069"/>
            <a:ext cx="133401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login/register page allows users to create a new account by entering basic details like name, email, and password.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secure access to the platform and enables users to book tickets and manage their activities.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57F306-E849-9BC6-AC3C-F96AF15B6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9806" y="1590179"/>
            <a:ext cx="13971592" cy="460277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CDFFA0E-7C33-67E1-7EA9-8957C7D366E0}"/>
              </a:ext>
            </a:extLst>
          </p:cNvPr>
          <p:cNvSpPr txBox="1"/>
          <p:nvPr/>
        </p:nvSpPr>
        <p:spPr>
          <a:xfrm>
            <a:off x="2228850" y="6468903"/>
            <a:ext cx="1403254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login page allows existing users to securely access their accounts using email and password.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authentication and provides access to event booking and user-specific features.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151101" y="6227095"/>
            <a:ext cx="1416232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dashboard displays personalized options like “My Bookings” and logout along with available events.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logged-in users to easily browse events and book tickets with a customized experience.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42E5F1-332B-3140-E8CB-75F47E392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9806" y="1362562"/>
            <a:ext cx="14023614" cy="465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530C92-754D-8E77-F2FC-68360518CA99}"/>
              </a:ext>
            </a:extLst>
          </p:cNvPr>
          <p:cNvSpPr txBox="1"/>
          <p:nvPr/>
        </p:nvSpPr>
        <p:spPr>
          <a:xfrm>
            <a:off x="2111442" y="1982349"/>
            <a:ext cx="1404937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and automated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reliable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ticket booking </a:t>
            </a:r>
          </a:p>
          <a:p>
            <a:pPr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UI (can be improved)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payment gateway (if not implemented)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776</Words>
  <Application>Microsoft Office PowerPoint</Application>
  <PresentationFormat>Custom</PresentationFormat>
  <Paragraphs>301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Gotham</vt:lpstr>
      <vt:lpstr>Bookman Old Style</vt:lpstr>
      <vt:lpstr>Arial</vt:lpstr>
      <vt:lpstr>Calibri</vt:lpstr>
      <vt:lpstr>Gotham Bold Italics</vt:lpstr>
      <vt:lpstr>Times New Roman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madhumith chowdary</dc:creator>
  <cp:lastModifiedBy>madhumith chowdary</cp:lastModifiedBy>
  <cp:revision>11</cp:revision>
  <dcterms:created xsi:type="dcterms:W3CDTF">2006-08-16T00:00:00Z</dcterms:created>
  <dcterms:modified xsi:type="dcterms:W3CDTF">2026-03-27T04:40:21Z</dcterms:modified>
  <dc:identifier>DAHCaYqJ9OU</dc:identifier>
</cp:coreProperties>
</file>