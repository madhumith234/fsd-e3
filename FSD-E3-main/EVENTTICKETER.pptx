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6" r:id="rId11"/>
    <p:sldId id="269" r:id="rId12"/>
    <p:sldId id="267" r:id="rId13"/>
    <p:sldId id="268" r:id="rId14"/>
    <p:sldId id="272" r:id="rId15"/>
    <p:sldId id="271" r:id="rId16"/>
    <p:sldId id="273" r:id="rId17"/>
    <p:sldId id="270" r:id="rId18"/>
    <p:sldId id="274" r:id="rId19"/>
    <p:sldId id="265" r:id="rId20"/>
  </p:sldIdLst>
  <p:sldSz cx="18288000" cy="10287000"/>
  <p:notesSz cx="6858000" cy="9144000"/>
  <p:embeddedFontLst>
    <p:embeddedFont>
      <p:font typeface="Bookman Old Style" panose="02050604050505020204" pitchFamily="18" charset="0"/>
      <p:regular r:id="rId21"/>
      <p:bold r:id="rId22"/>
      <p:italic r:id="rId23"/>
      <p:boldItalic r:id="rId24"/>
    </p:embeddedFont>
    <p:embeddedFont>
      <p:font typeface="Cambria" panose="02040503050406030204" pitchFamily="18" charset="0"/>
      <p:regular r:id="rId25"/>
      <p:bold r:id="rId26"/>
      <p:italic r:id="rId27"/>
      <p:boldItalic r:id="rId28"/>
    </p:embeddedFont>
    <p:embeddedFont>
      <p:font typeface="Gotham" panose="020B0604020202020204" charset="0"/>
      <p:regular r:id="rId29"/>
    </p:embeddedFont>
    <p:embeddedFont>
      <p:font typeface="Gotham Bold Italics" panose="020B0604020202020204" charset="0"/>
      <p:regular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510" autoAdjust="0"/>
  </p:normalViewPr>
  <p:slideViewPr>
    <p:cSldViewPr showGuides="1">
      <p:cViewPr>
        <p:scale>
          <a:sx n="50" d="100"/>
          <a:sy n="50" d="100"/>
        </p:scale>
        <p:origin x="36" y="168"/>
      </p:cViewPr>
      <p:guideLst>
        <p:guide orient="horz" pos="217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772" y="16492"/>
            <a:ext cx="4131816" cy="178462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SEMESTER PROJECT REVIEW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06-05-2026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1640" y="6057900"/>
            <a:ext cx="1578416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EVENT REGISTRATION AND TICKETING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3870" y="7800539"/>
            <a:ext cx="9067800" cy="1310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IN" sz="2600" dirty="0">
                <a:latin typeface="Cambria" panose="02040503050406030204" pitchFamily="18" charset="0"/>
                <a:ea typeface="Cambria" panose="02040503050406030204" pitchFamily="18" charset="0"/>
              </a:rPr>
              <a:t>J. MADHUMITH CHOWDARY</a:t>
            </a: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– VTU</a:t>
            </a:r>
            <a:r>
              <a:rPr lang="en-IN" alt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25576</a:t>
            </a: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en-US" sz="2600" dirty="0" err="1">
                <a:latin typeface="Cambria" panose="02040503050406030204" pitchFamily="18" charset="0"/>
                <a:ea typeface="Cambria" panose="02040503050406030204" pitchFamily="18" charset="0"/>
              </a:rPr>
              <a:t>Reg.No</a:t>
            </a: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r>
              <a:rPr lang="en-IN" alt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23UECS0229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91975" y="7748736"/>
            <a:ext cx="6914603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alt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Hafizur Rahman </a:t>
            </a:r>
            <a:r>
              <a:rPr lang="en-IN" alt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-</a:t>
            </a:r>
            <a:r>
              <a:rPr lang="en-US" alt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Assistant Professor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6972300"/>
            <a:ext cx="147431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 9: Industry, Innovation and Infrastructure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52400" y="342900"/>
            <a:ext cx="1584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33600" y="2095500"/>
            <a:ext cx="15082520" cy="6562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event ticket booking platform with modern user interface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complete event details like title, date, time, venue, and price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easily reserve tickets through a simple booking form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real-time ticket availability (e.g., available seats count)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user details such as name, email, and department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instant booking confirmation with digital receipt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QR code for secure and easy event entry verification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smooth, fast, and user-friendly booking experience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 and minimizes booking errors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colleges and institutional event management </a:t>
            </a:r>
          </a:p>
          <a:p>
            <a:pPr marL="457200" indent="-457200">
              <a:buFontTx/>
              <a:buChar char="-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37"/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7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0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/>
          <p:cNvSpPr txBox="1"/>
          <p:nvPr/>
        </p:nvSpPr>
        <p:spPr>
          <a:xfrm>
            <a:off x="0" y="1216416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2209800" y="2147570"/>
            <a:ext cx="15082520" cy="67030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booking systems are often manual or not user-friendly 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do not get clear event details like price, venue, and availability in one place 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ticket availability leads to confusion and overbooking 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do not provide instant booking confirmation 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digital receipts and secure verification methods 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collecting and managing user details efficiently 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system for booking, tracking, and confirmation 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face delays and complexity during ticket reservation 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 chances of errors in booking and data handling 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 modern, automated, and reliable event booking platform </a:t>
            </a:r>
          </a:p>
          <a:p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37"/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4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5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37"/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4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5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2187476" y="1982349"/>
            <a:ext cx="1508232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web-based event ticket booking system with real-time       availability and easy user interface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secure booking with instant confirmation, digital receipt, and QR code verification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platform for displaying event details and managing ticket bookings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user-friendly interface for entering booking details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ticket booking with instant confirmation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ticket availability display (available seats shown clearly)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digital receipt after successful booking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QR code for secure and easy event verification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storage and handling of user booking details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 and ensures accurate booking process </a:t>
            </a:r>
          </a:p>
          <a:p>
            <a:endParaRPr lang="en-IN" sz="3200" dirty="0"/>
          </a:p>
        </p:txBody>
      </p:sp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25879" y="400481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37"/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3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0" y="486639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206331" y="1454162"/>
            <a:ext cx="15082520" cy="87610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 includes user registration details such as name, email, department, password, and login credentials. 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browse events, select tickets, add events to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wishlist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submit feedback or ratings. 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input includes event creation details such as event title, venue, event date, category, ticket price, seat availability, and notification messages. 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also accepts payment details, booking requests, and certificate generation requests. </a:t>
            </a:r>
          </a:p>
          <a:p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validates user login credentials and securely manages authentication using OTP/email verification. 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processes event searching, ticket booking, seat allocation,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wishlist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management, and payment transactions. 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generates booking confirmations, digital receipts, QR-based e-tickets, and participation certificates. 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 services handle booking confirmations, reminders, and event updates. 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admin module processes event management, participant tracking, report generation, feedback analysis, and booking statistics. </a:t>
            </a:r>
          </a:p>
          <a:p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stores user information, admin details, event records, booking history, payment details,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wishlist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data, ratings, and feedback. 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maintains secure storage and fast retrieval of data for smooth event management operations. 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also manages ticket availability, transaction records, and notification history. 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validation and backup mechanisms ensure reliability and data security. </a:t>
            </a:r>
          </a:p>
          <a:p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includes booking confirmation messages, e-tickets, receipts, certificates, payment status, and notification alerts displayed to users. 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view booking history, upcoming events,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wishlist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items, and feedback status. 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receives reports related to bookings, participant details, revenue, feedback analytics, and overall event performance. 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real-time updates on ticket availability and event schedules.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190500" y="315938"/>
            <a:ext cx="1581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37"/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3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F385035F-96F3-D77F-4FF2-6F11BB2E04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69"/>
          <a:stretch>
            <a:fillRect/>
          </a:stretch>
        </p:blipFill>
        <p:spPr>
          <a:xfrm>
            <a:off x="1828800" y="1573607"/>
            <a:ext cx="14630400" cy="80379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152400" y="342900"/>
            <a:ext cx="1676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638300"/>
            <a:ext cx="5551170" cy="9140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➤ Frontend: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CSS3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 / Tailwind CSS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AJAX / Fetch API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➤ Backend: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Express.js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➤ Database: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/ MySQL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➤ Third-Party APIs: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PHPMailer /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Nodemailer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(Email Notifications &amp; Verification)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(Data Exchange)</a:t>
            </a:r>
          </a:p>
          <a:p>
            <a:r>
              <a:rPr lang="en-IN" sz="2800" b="1" dirty="0"/>
              <a:t>➤ Platform:</a:t>
            </a:r>
          </a:p>
          <a:p>
            <a:r>
              <a:rPr lang="en-IN" sz="2800" dirty="0"/>
              <a:t>Web Application (Cross-platform) 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37"/>
          <p:cNvGrpSpPr/>
          <p:nvPr/>
        </p:nvGrpSpPr>
        <p:grpSpPr>
          <a:xfrm>
            <a:off x="14401800" y="-2955537"/>
            <a:ext cx="10994424" cy="10994424"/>
            <a:chOff x="0" y="0"/>
            <a:chExt cx="812800" cy="812800"/>
          </a:xfrm>
        </p:grpSpPr>
        <p:sp>
          <p:nvSpPr>
            <p:cNvPr id="3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5" name="Text Box 4"/>
          <p:cNvSpPr txBox="1"/>
          <p:nvPr/>
        </p:nvSpPr>
        <p:spPr>
          <a:xfrm>
            <a:off x="8315369" y="1543050"/>
            <a:ext cx="9144000" cy="87100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➤ Authentication &amp; Security: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 Authentication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OTP Verification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Authentication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➤ Tools: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&amp; GitHub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Postman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Chrome Browser </a:t>
            </a:r>
          </a:p>
          <a:p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Node Package Manager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➤ Operating System: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/ Linux / macOS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➤ Additional Features: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Ticket Booking System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Calendar View Integration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 System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Reviews &amp; Ratings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Wishlist /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Favorites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UI Design</a:t>
            </a:r>
          </a:p>
          <a:p>
            <a:pPr marL="457200" indent="-457200">
              <a:buFontTx/>
              <a:buChar char="-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261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569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8894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Authentication Module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allows users (students/faculty) to register, log in, and manage their accounts securely.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validates user credentials and provides secure access to the Department Event Registration System.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Event Management Module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is used to create, update, delete, and display department event details.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can manage information such as: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name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&amp; time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Venue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 availability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deadlines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Ticket Booking Module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enables users to register and book tickets for department events online.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events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participant details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 bookings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booking confirmation notifications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manages ticket availability and prevents overbooking.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Database Management Module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and manages: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data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details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records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Reviews &amp; ratings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 history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data integrity, consistency, and quick retrieval of information.</a:t>
            </a:r>
          </a:p>
          <a:p>
            <a:endParaRPr lang="en-US" alt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A2D01-305D-27FF-DF84-0DACFEEEE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18386E8F-7602-9F6A-5136-F41E32B32D81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3F98F84-B69F-0C82-AD38-E239CEAE2A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EBBE6C28-9AE3-1AC5-DE4D-F8384CD12D15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ABB0F79-C679-F80F-E898-2F7DD7DEC6C0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6B5117F-1D7D-F8F5-06C6-A261842F93A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EF6ED055-F7D0-767D-E448-C895EFD7DB0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A8B526BB-BB37-FA14-C209-2A33E81CB8A5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E73D9F61-52EB-EC4F-3F57-B49FC5993F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71F49D48-5CE0-6405-19B3-EBE5500B36A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561B04F-83ED-5DA1-6BBC-5CCBC025AE9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F452B72-E500-9714-FEC2-223CBA64CD6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B4B4A692-9AFD-6925-122C-933445D91AC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2D470961-AD20-1153-050C-320EE9BCC5D3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FB638110-1EAB-534F-9B6D-D2377959B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6609406D-672C-A6AF-2AF5-00E19F88670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31889082-6F74-4D9D-8452-897005FA5D91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2ABC3408-51CE-4199-9ACA-DE051ED515D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A3980977-70FF-59A2-F458-C2D0A571BD4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8D76E1D-F3EA-FEBE-DC28-C55D9236F0F2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6FA29679-1D14-91BF-7514-726C7A3AD2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663BC3AB-4F36-17E1-381B-01E4E520BD8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80C55AD9-4B16-D658-C806-51A344DBF9EA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AED6ADC4-A1C8-B2F2-B275-71C6726260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B09E41AA-B4A7-E50C-C37F-4A7C831D6F8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44ADBB3A-F67F-7B68-B171-47AA570FB1C7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4C749A45-2E57-F7FF-3D49-BCCD2AD6540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E2C5A11A-C9B1-ECAB-16B3-8897DED21A9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9AC48511-02DC-26E8-0D04-8B2A10401EDF}"/>
              </a:ext>
            </a:extLst>
          </p:cNvPr>
          <p:cNvGrpSpPr/>
          <p:nvPr/>
        </p:nvGrpSpPr>
        <p:grpSpPr>
          <a:xfrm>
            <a:off x="17170670" y="-261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53E879B9-66DA-3A9E-716F-E42DF76A443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D180E328-DDA1-4A9E-D826-95EECE528DCF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62DEED1-D229-2966-909F-B221EED2C330}"/>
              </a:ext>
            </a:extLst>
          </p:cNvPr>
          <p:cNvSpPr txBox="1"/>
          <p:nvPr/>
        </p:nvSpPr>
        <p:spPr>
          <a:xfrm>
            <a:off x="152400" y="342900"/>
            <a:ext cx="1569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D7783BD-C31A-AAF8-67FA-1BCF70418F1F}"/>
              </a:ext>
            </a:extLst>
          </p:cNvPr>
          <p:cNvSpPr txBox="1"/>
          <p:nvPr/>
        </p:nvSpPr>
        <p:spPr>
          <a:xfrm>
            <a:off x="2209800" y="1638300"/>
            <a:ext cx="15082325" cy="8571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Reviews &amp; Ratings Module</a:t>
            </a:r>
          </a:p>
          <a:p>
            <a:pPr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participants to provide feedback after attending events.</a:t>
            </a:r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star ratings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comments/reviews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feedback from other participants </a:t>
            </a:r>
          </a:p>
          <a:p>
            <a:pPr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improve future department events.</a:t>
            </a:r>
          </a:p>
          <a:p>
            <a:pPr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6: Calendar &amp; Schedule Module</a:t>
            </a:r>
          </a:p>
          <a:p>
            <a:pPr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events in a calendar-based interface for better visualization.</a:t>
            </a:r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users: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upcoming events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event schedules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registrations effectively </a:t>
            </a:r>
          </a:p>
          <a:p>
            <a:pPr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7: Reporting &amp; Analytics Module</a:t>
            </a:r>
          </a:p>
          <a:p>
            <a:pPr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reports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registrations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summary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Participant statistics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 events </a:t>
            </a:r>
          </a:p>
          <a:p>
            <a:pPr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administrators analyze data for better event management decisions.</a:t>
            </a:r>
          </a:p>
          <a:p>
            <a:pPr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8: Admin Dashboard Module</a:t>
            </a:r>
          </a:p>
          <a:p>
            <a:pPr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administrators with centralized control over the system.</a:t>
            </a:r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Admins can: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users and events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registrations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analytics and reports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notifications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event information efficiently </a:t>
            </a:r>
          </a:p>
          <a:p>
            <a:endParaRPr lang="en-US" altLang="en-US" sz="1900" dirty="0"/>
          </a:p>
        </p:txBody>
      </p:sp>
    </p:spTree>
    <p:extLst>
      <p:ext uri="{BB962C8B-B14F-4D97-AF65-F5344CB8AC3E}">
        <p14:creationId xmlns:p14="http://schemas.microsoft.com/office/powerpoint/2010/main" val="1833768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2468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7112000"/>
            <a:ext cx="15082520" cy="20885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buFont typeface="Calibri" panose="020F0502020204030204" pitchFamily="34" charset="0"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image shows the homepage of the Department Event Management and ticketing platform with a modern and user-friendly interface.</a:t>
            </a:r>
          </a:p>
          <a:p>
            <a:pPr marL="457200" indent="-457200">
              <a:buFont typeface="Calibri" panose="020F0502020204030204" pitchFamily="34" charset="0"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navigation options such as Home, Events, Admin Login, Login, Sign Up, and buttons for exploring events and student login.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2331720" y="4288155"/>
            <a:ext cx="609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7C3E21-3AC6-883F-A83F-FDFD337F8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900" y="1211442"/>
            <a:ext cx="9791700" cy="559036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6306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64133" y="1600443"/>
            <a:ext cx="52578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Admin Login Page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11441822" y="1697977"/>
            <a:ext cx="52578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User signup Page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9448800" y="1697977"/>
            <a:ext cx="0" cy="74841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 Box 33"/>
          <p:cNvSpPr txBox="1"/>
          <p:nvPr/>
        </p:nvSpPr>
        <p:spPr>
          <a:xfrm>
            <a:off x="2106551" y="8032748"/>
            <a:ext cx="6826885" cy="10864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login page that allows administrators to securely access the system using email and password credentials.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Box 37"/>
          <p:cNvSpPr txBox="1"/>
          <p:nvPr/>
        </p:nvSpPr>
        <p:spPr>
          <a:xfrm>
            <a:off x="10972800" y="8374380"/>
            <a:ext cx="6096000" cy="11163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signup page that enables registered users to sign in and access event booking features.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817A6888-2E1F-3A96-5DB8-F84F2DD84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279" y="3420326"/>
            <a:ext cx="6945009" cy="3923761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9F9F1AC-61B4-5F64-5FC9-321479378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4165" y="3420326"/>
            <a:ext cx="7104633" cy="392376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2468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577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4" name="Text Box 3"/>
          <p:cNvSpPr txBox="1"/>
          <p:nvPr/>
        </p:nvSpPr>
        <p:spPr>
          <a:xfrm>
            <a:off x="2209800" y="7931785"/>
            <a:ext cx="13472160" cy="1546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This page shows the user dashboard after login, where users can browse events, apply filters, and search for specific college events easily.</a:t>
            </a:r>
          </a:p>
          <a:p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It also provides options like book tickets, view schedules, and check bookings, along with event details, availability, and pricing.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63753B-AC9F-2035-CCF3-3157AA37F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267" y="1282278"/>
            <a:ext cx="13613125" cy="64897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2209800" y="1638300"/>
            <a:ext cx="15082325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Tx/>
              <a:buNone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5" name="Text Box 4"/>
          <p:cNvSpPr txBox="1"/>
          <p:nvPr/>
        </p:nvSpPr>
        <p:spPr>
          <a:xfrm>
            <a:off x="2286000" y="7703820"/>
            <a:ext cx="14173200" cy="180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image displays the Admin Dashboard of the Campus Event Management System used for managing events, bookings, and student participation.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shows analytics such as total revenue, tickets sold, QR check-ins, department engagement, and graphical reports for event management.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69667A-8816-DBB9-268A-DF7EE4AC6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778" y="1466337"/>
            <a:ext cx="12709822" cy="608697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4" name="Text Box 3"/>
          <p:cNvSpPr txBox="1"/>
          <p:nvPr/>
        </p:nvSpPr>
        <p:spPr>
          <a:xfrm>
            <a:off x="2362200" y="7709535"/>
            <a:ext cx="13608685" cy="14255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400" dirty="0"/>
              <a:t>The image shows the event management section of the Department event registration platform admin panel.</a:t>
            </a:r>
            <a:br>
              <a:rPr lang="en-US" sz="2400" dirty="0"/>
            </a:br>
            <a:r>
              <a:rPr lang="en-US" sz="2400" dirty="0"/>
              <a:t>It displays active events with details such as event name, date, venue, capacity, and ticket price, along with options to edit, delete, and manage feedback.</a:t>
            </a:r>
            <a:br>
              <a:rPr lang="en-US" sz="2400" dirty="0"/>
            </a:br>
            <a:r>
              <a:rPr lang="en-US" sz="2400" dirty="0"/>
              <a:t>The interface also includes QR attendance scanning, email broadcasting, and user management features for efficient administration.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0B3C24-1659-4ECB-EF71-E6E468CF0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1472865"/>
            <a:ext cx="11207099" cy="61086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2209800" y="1638300"/>
            <a:ext cx="15082325" cy="5692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Tx/>
              <a:buNone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4" name="Text Box 3"/>
          <p:cNvSpPr txBox="1"/>
          <p:nvPr/>
        </p:nvSpPr>
        <p:spPr>
          <a:xfrm>
            <a:off x="2438400" y="7733665"/>
            <a:ext cx="13316585" cy="1978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image shows the database table (bookings) displaying stored booking records with fields like user ID, event ID, tickets booked, and payment details.</a:t>
            </a:r>
          </a:p>
          <a:p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options to view, edit, delete, and manage booking data, ensuring efficient backend data handling.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47FEB3-6353-379C-ED3E-F2C5ACF28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070" y="1290099"/>
            <a:ext cx="12793860" cy="626321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6786360" y="-4299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90500" y="290493"/>
            <a:ext cx="16122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362200" y="1790700"/>
            <a:ext cx="13792200" cy="6494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ADVANTAGES</a:t>
            </a:r>
          </a:p>
          <a:p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–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an online platform for easy event registration and ticket booking.</a:t>
            </a:r>
          </a:p>
          <a:p>
            <a:pPr marL="457200" indent="-457200">
              <a:buFontTx/>
              <a:buChar char="–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paperwork and administrative workload. Improves accuracy in managing event and participant details. </a:t>
            </a:r>
          </a:p>
          <a:p>
            <a:pPr marL="457200" indent="-457200">
              <a:buFontTx/>
              <a:buChar char="–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secure user authentication and data management. Provides quick access to event information and booking status. </a:t>
            </a:r>
          </a:p>
          <a:p>
            <a:pPr marL="457200" indent="-457200">
              <a:buFontTx/>
              <a:buChar char="–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automated email notifications, receipts, and certificate generation. </a:t>
            </a:r>
          </a:p>
          <a:p>
            <a:pPr marL="457200" indent="-457200">
              <a:buFontTx/>
              <a:buChar char="–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administrators efficiently manage events, users, and reports. </a:t>
            </a:r>
          </a:p>
          <a:p>
            <a:pPr marL="457200" indent="-457200">
              <a:buFontTx/>
              <a:buChar char="–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a responsive and user-friendly interface for better user experience.</a:t>
            </a:r>
          </a:p>
          <a:p>
            <a:pPr marL="457200" indent="-457200">
              <a:buFontTx/>
              <a:buChar char="–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all data in a centralized database for easy retrieval and maintenance. </a:t>
            </a:r>
          </a:p>
          <a:p>
            <a:pPr marL="457200" indent="-457200">
              <a:buFontTx/>
              <a:buChar char="–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communication between organizers and participants through notifications and feedback systems.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8628E-6F5B-5241-6FDF-BB4CBB00D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AF61DA23-0B0D-B444-7CF6-43AF5DDE0E79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5353255-CCDE-AF68-9A63-89F7712E561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E13E68E-CB5E-DBFB-07CF-56B4F5464BC0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7081250E-B722-64A3-9F96-D5BE8E4D274B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78ED973-6D12-6F39-16C1-8AF83AB06FA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5DB9E446-05A1-8035-7ED1-4699B2FB955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C44EFDD-CCD4-0C50-8D0E-3080513D417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0C3279F2-0B5E-1D90-CEC9-5D63A1883F1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06462CE5-B4DE-C598-E933-CF73DE0B71B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F9CFC4EB-F3E9-23DB-DE2B-1D801FED8A63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9B57E3DC-724F-A12D-C97B-4CFFB97823D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8EC9F1A0-B6A7-07D6-2817-C00BB82B8E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4E86F7D2-AFD5-320A-5F43-4C2A3925EF70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A4B9B41A-A132-6B94-6D04-F8E16683D4D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DE7D7AA1-3BA9-FA89-214B-7FA4C290EAF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C959993B-AEB6-5D23-1AC6-553B316CFBF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97BB339A-DB35-AC7D-DEE8-28CB170162E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D7A308FE-C169-250E-88B6-129BE6C13E6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A56F47D2-8951-439B-D491-1EE7565950E8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A78B3721-95F2-4C50-CE9C-2CD5AE151E1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D454F11A-D5A1-AACF-059D-A97577F498E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C29F868B-7F64-D149-A8F7-11C038F5A300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D55A0A17-8691-BE85-7A6D-7E97FA5850A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F65B6B69-9AE2-38BC-76AC-7DF4E2065D0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911188F7-4C5A-65EE-B771-C38231DA1D37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CC136209-9C65-3F7D-2AB0-5114D4A3DC4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2AF7C2D3-034F-2893-9064-01C88022F3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>
            <a:extLst>
              <a:ext uri="{FF2B5EF4-FFF2-40B4-BE49-F238E27FC236}">
                <a16:creationId xmlns:a16="http://schemas.microsoft.com/office/drawing/2014/main" id="{1F73F540-B24E-FE5A-7996-E5963EFC1E07}"/>
              </a:ext>
            </a:extLst>
          </p:cNvPr>
          <p:cNvGrpSpPr/>
          <p:nvPr/>
        </p:nvGrpSpPr>
        <p:grpSpPr>
          <a:xfrm>
            <a:off x="16786360" y="-4299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53633561-1CB0-E915-D6CA-462B534AA3C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19678962-698A-44E1-7794-336645559FE9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8F8D9ED-7423-31D6-4071-FFECFC6CA27E}"/>
              </a:ext>
            </a:extLst>
          </p:cNvPr>
          <p:cNvSpPr txBox="1"/>
          <p:nvPr/>
        </p:nvSpPr>
        <p:spPr>
          <a:xfrm>
            <a:off x="190500" y="290493"/>
            <a:ext cx="16122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199FE9DB-B61A-D006-92B6-557D9D91A258}"/>
              </a:ext>
            </a:extLst>
          </p:cNvPr>
          <p:cNvSpPr txBox="1"/>
          <p:nvPr/>
        </p:nvSpPr>
        <p:spPr>
          <a:xfrm>
            <a:off x="2362200" y="1790700"/>
            <a:ext cx="13792200" cy="84638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Times New Roman" panose="02020603050405020304" pitchFamily="18" charset="0"/>
              <a:buChar char="‾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requires a stable internet connection for proper access and operation. </a:t>
            </a:r>
          </a:p>
          <a:p>
            <a:pPr marL="457200" indent="-457200">
              <a:buFont typeface="Times New Roman" panose="02020603050405020304" pitchFamily="18" charset="0"/>
              <a:buChar char="‾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scalability for handling a very large number of concurrent users.</a:t>
            </a:r>
          </a:p>
          <a:p>
            <a:pPr marL="457200" indent="-457200">
              <a:buFont typeface="Times New Roman" panose="02020603050405020304" pitchFamily="18" charset="0"/>
              <a:buChar char="‾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gateway integration may be limited or unavailable in the current version. </a:t>
            </a:r>
          </a:p>
          <a:p>
            <a:pPr marL="457200" indent="-457200">
              <a:buFont typeface="Times New Roman" panose="02020603050405020304" pitchFamily="18" charset="0"/>
              <a:buChar char="‾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security depends on proper server configuration and maintenance. </a:t>
            </a:r>
          </a:p>
          <a:p>
            <a:pPr marL="457200" indent="-457200">
              <a:buFont typeface="Times New Roman" panose="02020603050405020304" pitchFamily="18" charset="0"/>
              <a:buChar char="‾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mainly designed for campus-level event management only. </a:t>
            </a:r>
          </a:p>
          <a:p>
            <a:pPr marL="457200" indent="-457200">
              <a:buFont typeface="Times New Roman" panose="02020603050405020304" pitchFamily="18" charset="0"/>
              <a:buChar char="‾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performance may decrease if the database grows significantly without optimization. </a:t>
            </a:r>
          </a:p>
          <a:p>
            <a:pPr marL="457200" indent="-457200">
              <a:buFont typeface="Times New Roman" panose="02020603050405020304" pitchFamily="18" charset="0"/>
              <a:buChar char="‾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support is not included in the current implementation.</a:t>
            </a:r>
          </a:p>
          <a:p>
            <a:pPr marL="457200" indent="-457200">
              <a:buFont typeface="Times New Roman" panose="02020603050405020304" pitchFamily="18" charset="0"/>
              <a:buChar char="‾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analytics and AI-based recommendations are not available. </a:t>
            </a:r>
          </a:p>
          <a:p>
            <a:pPr marL="457200" indent="-457200">
              <a:buFont typeface="Times New Roman" panose="02020603050405020304" pitchFamily="18" charset="0"/>
              <a:buChar char="‾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may require regular updates and maintenance for security improvements. </a:t>
            </a:r>
          </a:p>
          <a:p>
            <a:pPr marL="457200" indent="-457200">
              <a:buFont typeface="Times New Roman" panose="02020603050405020304" pitchFamily="18" charset="0"/>
              <a:buChar char="‾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with limited technical knowledge may require initial guidance to use some features. </a:t>
            </a:r>
          </a:p>
          <a:p>
            <a:pPr marL="457200" indent="-457200">
              <a:buFontTx/>
              <a:buChar char="–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4171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50"/>
              </a:lnSpc>
            </a:pPr>
            <a:r>
              <a:rPr lang="en-US" sz="11155" b="1" i="1" dirty="0">
                <a:solidFill>
                  <a:srgbClr val="191919"/>
                </a:solidFill>
                <a:latin typeface="Gotham Bold Italics" panose="02000000000000000000"/>
                <a:ea typeface="Gotham Bold Italics" panose="02000000000000000000"/>
                <a:cs typeface="Gotham Bold Italics" panose="02000000000000000000"/>
                <a:sym typeface="Gotham Bold Italics" panose="02000000000000000000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1831</Words>
  <Application>Microsoft Office PowerPoint</Application>
  <PresentationFormat>Custom</PresentationFormat>
  <Paragraphs>434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Bookman Old Style</vt:lpstr>
      <vt:lpstr>Wingdings</vt:lpstr>
      <vt:lpstr>Calibri</vt:lpstr>
      <vt:lpstr>Cambria</vt:lpstr>
      <vt:lpstr>Arial</vt:lpstr>
      <vt:lpstr>Gotham Bold Italics</vt:lpstr>
      <vt:lpstr>Gotham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Vallabha Reddy Sivasai Pavan</dc:creator>
  <cp:lastModifiedBy>madhumith chowdary</cp:lastModifiedBy>
  <cp:revision>17</cp:revision>
  <dcterms:created xsi:type="dcterms:W3CDTF">2006-08-16T00:00:00Z</dcterms:created>
  <dcterms:modified xsi:type="dcterms:W3CDTF">2026-05-06T06:31:22Z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1033-12.1.0.25862</vt:lpwstr>
  </property>
  <property fmtid="{D5CDD505-2E9C-101B-9397-08002B2CF9AE}" pid="3" name="ICV">
    <vt:lpwstr>85F8CFA3180A4774854D8D775609CA82_12</vt:lpwstr>
  </property>
</Properties>
</file>