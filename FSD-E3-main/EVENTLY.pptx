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7527FD-30E0-435D-A287-B2F254DDC202}" v="1" dt="2026-04-21T14:59:42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36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mith chowdary" userId="6d56132247b087d3" providerId="LiveId" clId="{CA2DD801-FE6C-4AD1-8F64-1436295C2D00}"/>
    <pc:docChg chg="modSld">
      <pc:chgData name="madhumith chowdary" userId="6d56132247b087d3" providerId="LiveId" clId="{CA2DD801-FE6C-4AD1-8F64-1436295C2D00}" dt="2026-04-21T14:59:42.173" v="106"/>
      <pc:docMkLst>
        <pc:docMk/>
      </pc:docMkLst>
      <pc:sldChg chg="modSp mod">
        <pc:chgData name="madhumith chowdary" userId="6d56132247b087d3" providerId="LiveId" clId="{CA2DD801-FE6C-4AD1-8F64-1436295C2D00}" dt="2026-04-21T14:59:42.173" v="106"/>
        <pc:sldMkLst>
          <pc:docMk/>
          <pc:sldMk cId="0" sldId="256"/>
        </pc:sldMkLst>
        <pc:spChg chg="mod">
          <ac:chgData name="madhumith chowdary" userId="6d56132247b087d3" providerId="LiveId" clId="{CA2DD801-FE6C-4AD1-8F64-1436295C2D00}" dt="2026-04-21T14:59:42.173" v="106"/>
          <ac:spMkLst>
            <pc:docMk/>
            <pc:sldMk cId="0" sldId="256"/>
            <ac:spMk id="13" creationId="{7FFE0DA2-4723-7C13-5FD7-FC99B0394DDD}"/>
          </ac:spMkLst>
        </pc:spChg>
        <pc:spChg chg="mod">
          <ac:chgData name="madhumith chowdary" userId="6d56132247b087d3" providerId="LiveId" clId="{CA2DD801-FE6C-4AD1-8F64-1436295C2D00}" dt="2026-04-21T14:57:00.905" v="53" actId="20577"/>
          <ac:spMkLst>
            <pc:docMk/>
            <pc:sldMk cId="0" sldId="256"/>
            <ac:spMk id="14" creationId="{EA8EEF4A-EB43-B7D9-87FC-7C7D752BCA78}"/>
          </ac:spMkLst>
        </pc:spChg>
        <pc:spChg chg="mod">
          <ac:chgData name="madhumith chowdary" userId="6d56132247b087d3" providerId="LiveId" clId="{CA2DD801-FE6C-4AD1-8F64-1436295C2D00}" dt="2026-04-21T14:57:31.658" v="104" actId="20577"/>
          <ac:spMkLst>
            <pc:docMk/>
            <pc:sldMk cId="0" sldId="256"/>
            <ac:spMk id="15" creationId="{6FF32D1A-2F9C-AC53-CCBD-ABF748DF23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17-04-2026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79052" y="580275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Event Registration And Ticketing Platform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33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J. MADHUMITH CHOWDARY – VTU25576 –23UECS0229</a:t>
            </a:r>
            <a:endParaRPr lang="en-IN" sz="27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b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HAFIZUR RAHMAN</a:t>
            </a:r>
            <a:endParaRPr lang="en-US" sz="3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SDG 9 – 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8F2191B-13BB-8342-B13E-AE025A6E9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7195" y="1599239"/>
            <a:ext cx="13286009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event ticket booking platform with modern user interface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complete event details like title, date, time, venue, and price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easily reserve tickets through a simple booking form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real-time ticket availability (e.g., available seats count)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user details such as name, email, and department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booking confirmation with digital receipt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QR code for secure and easy event entry verification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smooth, fast, and user-friendly booking experience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minimizes booking errors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colleges and institutional event management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290EE2-333A-E047-6B61-651BB331B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601" y="1827963"/>
            <a:ext cx="15543038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booking systems are often manual or not user-friendly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do not get clear event details like price, venue, and availability in one place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ticket availability leads to confusion and overbooking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do not provide instant booking confirmation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digital receipts and secure verification methods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collecting and managing user details efficiently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booking, tracking, and confirmation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face delays and complexity during ticket reservation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Increases chances of errors in booking and data handling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modern, automated, and reliable event booking platform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FB8169-E40E-05C2-F197-4BA301C0D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471" y="2635265"/>
            <a:ext cx="131826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781F35-67C1-9282-1D68-050C578B0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632830"/>
            <a:ext cx="1615440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web-based event ticket booking system with real-time       availability and easy user interface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booking with instant confirmation, digital receipt, and QR code verification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3950573-5525-6EDF-90CC-F6775AA50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801948"/>
            <a:ext cx="163068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 for displaying event details and managing ticket bookings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 for entering booking details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ticket booking with instant confirmation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ticket availability display (available seats shown clearly)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digital receipt after successful booking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QR code for secure and easy event verification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storage and handling of user booking details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ensures accurate booking process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57925" y="2275223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BE9DD1-FEF5-5FA1-1B31-58EFD323A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163518"/>
            <a:ext cx="7543800" cy="6860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FD353-0559-892C-DEC0-E80CA685F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508410"/>
            <a:ext cx="12496800" cy="4401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052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800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marL="457200" indent="-457200" algn="just">
              <a:buFontTx/>
              <a:buChar char="-"/>
            </a:pPr>
            <a:endParaRPr lang="en-IN" sz="3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3800" dirty="0">
                <a:latin typeface="Times New Roman" pitchFamily="18" charset="0"/>
                <a:cs typeface="Times New Roman" pitchFamily="18" charset="0"/>
              </a:rPr>
              <a:t>- Frontend: React JS</a:t>
            </a:r>
          </a:p>
          <a:p>
            <a:pPr algn="just"/>
            <a:r>
              <a:rPr lang="en-IN" sz="3800" dirty="0">
                <a:latin typeface="Times New Roman" pitchFamily="18" charset="0"/>
                <a:cs typeface="Times New Roman" pitchFamily="18" charset="0"/>
              </a:rPr>
              <a:t>- Languages: JavaScript, HTML, CSS</a:t>
            </a:r>
          </a:p>
          <a:p>
            <a:pPr algn="just"/>
            <a:r>
              <a:rPr lang="en-IN" sz="3800" dirty="0">
                <a:latin typeface="Times New Roman" pitchFamily="18" charset="0"/>
                <a:cs typeface="Times New Roman" pitchFamily="18" charset="0"/>
              </a:rPr>
              <a:t>- State Management: </a:t>
            </a:r>
            <a:r>
              <a:rPr lang="en-IN" sz="3800" dirty="0" err="1">
                <a:latin typeface="Times New Roman" pitchFamily="18" charset="0"/>
                <a:cs typeface="Times New Roman" pitchFamily="18" charset="0"/>
              </a:rPr>
              <a:t>useState</a:t>
            </a:r>
            <a:r>
              <a:rPr lang="en-IN" sz="3800" dirty="0">
                <a:latin typeface="Times New Roman" pitchFamily="18" charset="0"/>
                <a:cs typeface="Times New Roman" pitchFamily="18" charset="0"/>
              </a:rPr>
              <a:t> (React Hook)</a:t>
            </a:r>
          </a:p>
          <a:p>
            <a:pPr algn="just"/>
            <a:r>
              <a:rPr lang="en-IN" sz="3800" dirty="0">
                <a:latin typeface="Times New Roman" pitchFamily="18" charset="0"/>
                <a:cs typeface="Times New Roman" pitchFamily="18" charset="0"/>
              </a:rPr>
              <a:t>- Build Tool: Vite</a:t>
            </a:r>
          </a:p>
          <a:p>
            <a:pPr algn="just"/>
            <a:r>
              <a:rPr lang="en-IN" sz="3800" dirty="0">
                <a:latin typeface="Times New Roman" pitchFamily="18" charset="0"/>
                <a:cs typeface="Times New Roman" pitchFamily="18" charset="0"/>
              </a:rPr>
              <a:t>- Tools: VS Code, Web Browser (Chrome)</a:t>
            </a:r>
          </a:p>
          <a:p>
            <a:pPr algn="just"/>
            <a:r>
              <a:rPr lang="en-IN" sz="3800" dirty="0">
                <a:latin typeface="Times New Roman" pitchFamily="18" charset="0"/>
                <a:cs typeface="Times New Roman" pitchFamily="18" charset="0"/>
              </a:rPr>
              <a:t>- Environment: Node.js &amp; </a:t>
            </a:r>
            <a:r>
              <a:rPr lang="en-IN" sz="3800" dirty="0" err="1">
                <a:latin typeface="Times New Roman" pitchFamily="18" charset="0"/>
                <a:cs typeface="Times New Roman" pitchFamily="18" charset="0"/>
              </a:rPr>
              <a:t>npm</a:t>
            </a:r>
            <a:endParaRPr lang="en-IN" sz="3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3800" dirty="0">
                <a:latin typeface="Times New Roman" pitchFamily="18" charset="0"/>
                <a:cs typeface="Times New Roman" pitchFamily="18" charset="0"/>
              </a:rPr>
              <a:t>- Operating System: Windows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654E06-4D4C-DD49-94B4-506EBC918030}"/>
              </a:ext>
            </a:extLst>
          </p:cNvPr>
          <p:cNvSpPr txBox="1"/>
          <p:nvPr/>
        </p:nvSpPr>
        <p:spPr>
          <a:xfrm>
            <a:off x="2121170" y="1950970"/>
            <a:ext cx="1421130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Module 1: Event Details Module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Displays event name, department, date, time, venue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Shows ticket price and available tickets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Module 2: Ticket Booking Module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Allows user to enter name, email, department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User selects number of tickets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Module 3: Validation Module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Validates all input fields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Checks email format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Ensures ticket count is valid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Module 4: Booking Processing Module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Checks ticket availability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Prevents overbooking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Calculates total amount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Module 5: Output Module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Displays booking confirmation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Shows updated ticket count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Displays booking summary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126445" y="2019894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1DB7452-B0AB-095C-11DB-4FEAEA7CB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806" y="1565662"/>
            <a:ext cx="13708388" cy="804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Event Booking Page:</a:t>
            </a:r>
          </a:p>
          <a:p>
            <a:endParaRPr lang="en-US" sz="3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- Displays event details such as event name, department, date, time, and venue</a:t>
            </a: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- Shows available number of tickets dynamically</a:t>
            </a: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- Displays ticket price information</a:t>
            </a: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- Provides a user-friendly booking form</a:t>
            </a:r>
          </a:p>
          <a:p>
            <a:endParaRPr lang="en-US" sz="3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- User can enter:</a:t>
            </a: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 - Full Name</a:t>
            </a: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 - Email ID</a:t>
            </a: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 - Department</a:t>
            </a: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 - Number of tickets</a:t>
            </a:r>
          </a:p>
          <a:p>
            <a:endParaRPr lang="en-US" sz="3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- Includes input validation for all fields</a:t>
            </a: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- Prevents invalid or empty submissions</a:t>
            </a: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- Allows users to confirm registration easily</a:t>
            </a:r>
            <a:endParaRPr lang="en-IN" sz="3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904EF-788A-D091-7BFA-97DEE0344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631943"/>
            <a:ext cx="10668000" cy="737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DCB47-40CB-8BF3-D7EC-7AAF0A58F91C}"/>
              </a:ext>
            </a:extLst>
          </p:cNvPr>
          <p:cNvSpPr txBox="1"/>
          <p:nvPr/>
        </p:nvSpPr>
        <p:spPr>
          <a:xfrm>
            <a:off x="2038350" y="2069154"/>
            <a:ext cx="142113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Booking Confirmation Page: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 Displays confirmation message after successful booking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 Shows registration reference ID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 Displays user details: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- Name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- Department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 Shows booking details: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- Number of tickets booked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- Total amount paid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 Updates available ticket count in real-time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 Provides option to start a new booking session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530C92-754D-8E77-F2FC-68360518CA99}"/>
              </a:ext>
            </a:extLst>
          </p:cNvPr>
          <p:cNvSpPr txBox="1"/>
          <p:nvPr/>
        </p:nvSpPr>
        <p:spPr>
          <a:xfrm>
            <a:off x="2111442" y="1982349"/>
            <a:ext cx="1404937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and automated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reliable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ticket booking </a:t>
            </a:r>
          </a:p>
          <a:p>
            <a:pPr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UI (can be improved) 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851</Words>
  <Application>Microsoft Office PowerPoint</Application>
  <PresentationFormat>Custom</PresentationFormat>
  <Paragraphs>293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Times New Roman</vt:lpstr>
      <vt:lpstr>Gotham Bold Italics</vt:lpstr>
      <vt:lpstr>Bookman Old Style</vt:lpstr>
      <vt:lpstr>Calibri</vt:lpstr>
      <vt:lpstr>Gotham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madhumith chowdary</dc:creator>
  <cp:lastModifiedBy>madhumith chowdary</cp:lastModifiedBy>
  <cp:revision>15</cp:revision>
  <dcterms:created xsi:type="dcterms:W3CDTF">2006-08-16T00:00:00Z</dcterms:created>
  <dcterms:modified xsi:type="dcterms:W3CDTF">2026-05-06T08:14:07Z</dcterms:modified>
  <dc:identifier>DAHCaYqJ9OU</dc:identifier>
</cp:coreProperties>
</file>